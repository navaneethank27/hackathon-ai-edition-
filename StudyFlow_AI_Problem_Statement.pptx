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2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6593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09E8A"/>
          </a:solidFill>
          <a:ln w="12700">
            <a:solidFill>
              <a:srgbClr val="009E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1A2F5A"/>
          </a:solidFill>
          <a:ln w="2540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-365760"/>
            <a:ext cx="2011680" cy="2011680"/>
          </a:xfrm>
          <a:prstGeom prst="ellipse">
            <a:avLst/>
          </a:prstGeom>
          <a:solidFill>
            <a:srgbClr val="00C9B1">
              <a:alpha val="3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2194560" cy="347472"/>
          </a:xfrm>
          <a:prstGeom prst="roundRect">
            <a:avLst>
              <a:gd name="adj" fmla="val 15789"/>
            </a:avLst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B35"/>
                </a:solidFill>
              </a:rPr>
              <a:t>HACKATHON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AI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20040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70048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Student Productivity Crisis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C8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AI-Powered Learning Intelligence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C4"/>
                </a:solidFill>
              </a:rPr>
              <a:t>Problem Statement  |  AI Integration Hackathon  |  Team NK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320" y="301752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D8FF"/>
                </a:solidFill>
              </a:rPr>
              <a:t>Students today are overwhelmed, under-supported, and burning out — fast.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49040" y="320040"/>
            <a:ext cx="2423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49040" y="320040"/>
            <a:ext cx="54864" cy="20116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86200" y="484632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484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35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86200" y="960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Smart Planning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86200" y="13258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manually juggle deadlines with no awareness of difficulty, priorities, or personal energy patterns.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320040"/>
            <a:ext cx="2423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320040"/>
            <a:ext cx="54864" cy="20116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484632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84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35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96012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Goes Undetected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132588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warns students before they hit a wall — missed deadlines and exhaustion spiral out of control.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651760"/>
            <a:ext cx="2423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2651760"/>
            <a:ext cx="54864" cy="20116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86200" y="2816352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8620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35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86200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Personalization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86200" y="365760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study tips and static schedules ignore individual stress levels, preferences, and learning styles.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2651760"/>
            <a:ext cx="2423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55080" y="2651760"/>
            <a:ext cx="54864" cy="20116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2816352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B35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32918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Learning Only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3657600"/>
            <a:ext cx="22219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re-read notes without active recall or quizzing, leading to poor retention before exams.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THIS PROBLEM?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burnout crisis is reaching epidemic levels globally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65960" cy="3108960"/>
          </a:xfrm>
          <a:prstGeom prst="rect">
            <a:avLst/>
          </a:prstGeom>
          <a:solidFill>
            <a:srgbClr val="1A2F5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196596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university students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3172968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feeling overwhelmed by academic workload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1965960" cy="3108960"/>
          </a:xfrm>
          <a:prstGeom prst="rect">
            <a:avLst/>
          </a:prstGeom>
          <a:solidFill>
            <a:srgbClr val="1A2F5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417320"/>
            <a:ext cx="196596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7373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260604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burnout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24328" y="3172968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completing their first year of university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65960" cy="3108960"/>
          </a:xfrm>
          <a:prstGeom prst="rect">
            <a:avLst/>
          </a:prstGeom>
          <a:solidFill>
            <a:srgbClr val="1A2F5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417320"/>
            <a:ext cx="196596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7373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loss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3168" y="3172968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students use generic tools vs. personalized systems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417320"/>
            <a:ext cx="1965960" cy="3108960"/>
          </a:xfrm>
          <a:prstGeom prst="rect">
            <a:avLst/>
          </a:prstGeom>
          <a:solidFill>
            <a:srgbClr val="1A2F5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417320"/>
            <a:ext cx="196596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7373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6903720" y="269748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inefficiently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22008" y="3172968"/>
            <a:ext cx="17465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passive re-reading instead of active recall methods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FAIL STUDENTS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solutions are static, generic, and disconnected from how students actually learn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475488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1234440"/>
            <a:ext cx="2560320" cy="475488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2344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234440"/>
            <a:ext cx="4114800" cy="475488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344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09928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09928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/ Todoist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31720" y="1709928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709928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management &amp; notes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1709928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709928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no schedule adaptation to stress or difficulty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2011680" cy="621792"/>
          </a:xfrm>
          <a:prstGeom prst="rect">
            <a:avLst/>
          </a:prstGeom>
          <a:solidFill>
            <a:srgbClr val="EEF3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331720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Study Apps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31720" y="2331720"/>
            <a:ext cx="2560320" cy="621792"/>
          </a:xfrm>
          <a:prstGeom prst="rect">
            <a:avLst/>
          </a:prstGeom>
          <a:solidFill>
            <a:srgbClr val="EEF3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331720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timers, flashcards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2331720"/>
            <a:ext cx="4114800" cy="621792"/>
          </a:xfrm>
          <a:prstGeom prst="rect">
            <a:avLst/>
          </a:prstGeom>
          <a:solidFill>
            <a:srgbClr val="EEF3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331720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personalized, no deadline-aware planning, no chat support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953512"/>
            <a:ext cx="20116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53512"/>
            <a:ext cx="190195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LMS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31720" y="2953512"/>
            <a:ext cx="256032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953512"/>
            <a:ext cx="24505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tracking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92040" y="2953512"/>
            <a:ext cx="41148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8D5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2953512"/>
            <a:ext cx="40050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guidance, no motivation, no proactive suggestions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solidFill>
            <a:srgbClr val="00C9B1">
              <a:alpha val="1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gap: No tool combines AI scheduling + burnout prediction + conversational coaching + active recall — until now.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AI — Your Intelligent Study Partner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2618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 features that adapt to each student's unique needs, stress, and schedule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1389888"/>
          </a:xfrm>
          <a:prstGeom prst="rect">
            <a:avLst/>
          </a:prstGeom>
          <a:solidFill>
            <a:srgbClr val="1A2F5A"/>
          </a:solidFill>
          <a:ln w="9525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0" y="1828800"/>
            <a:ext cx="1097280" cy="2926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828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35"/>
                </a:solidFill>
              </a:rPr>
              <a:t>FEATURE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" y="1920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  Adaptive Schedule Generator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331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a personalized 7-day study plan based on deadlines, difficulty, stress level, and preferred study time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4114800" cy="1389888"/>
          </a:xfrm>
          <a:prstGeom prst="rect">
            <a:avLst/>
          </a:prstGeom>
          <a:solidFill>
            <a:srgbClr val="1A2F5A"/>
          </a:solidFill>
          <a:ln w="9525">
            <a:solidFill>
              <a:srgbClr val="00C9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0" y="1828800"/>
            <a:ext cx="1097280" cy="2926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8288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35"/>
                </a:solidFill>
              </a:rPr>
              <a:t>FEATURE 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19472" y="19202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Burnout Prediction Engine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19472" y="23317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+ Gemini analysis flags burnout risk before it happens and suggests recovery strategies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383280"/>
            <a:ext cx="4114800" cy="1389888"/>
          </a:xfrm>
          <a:prstGeom prst="rect">
            <a:avLst/>
          </a:prstGeom>
          <a:solidFill>
            <a:srgbClr val="1A2F5A"/>
          </a:solidFill>
          <a:ln w="9525">
            <a:solidFill>
              <a:srgbClr val="00C9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3383280"/>
            <a:ext cx="1097280" cy="2926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35"/>
                </a:solidFill>
              </a:rPr>
              <a:t>FEATURE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" y="3474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AI Study Chatbot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" y="3886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coach that remembers context, creates instant study plans, and keeps students motivated 24/7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383280"/>
            <a:ext cx="4114800" cy="1389888"/>
          </a:xfrm>
          <a:prstGeom prst="rect">
            <a:avLst/>
          </a:prstGeom>
          <a:solidFill>
            <a:srgbClr val="1A2F5A"/>
          </a:solidFill>
          <a:ln w="9525">
            <a:solidFill>
              <a:srgbClr val="00C9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0" y="3383280"/>
            <a:ext cx="1097280" cy="2926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0" y="33832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1B35"/>
                </a:solidFill>
              </a:rPr>
              <a:t>FEATURE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19472" y="3474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Smart Quiz Generator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19472" y="3886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notes and get 5 AI-generated MCQs with explanations for active recall and exam prep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React, Node.js/Express, and Google Gemini API with smart prompt engineering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FE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70432"/>
            <a:ext cx="2606040" cy="475488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1810512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1051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" y="2468880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3127248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" y="3785616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8561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Quiz Page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170432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FE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170432"/>
            <a:ext cx="2606040" cy="475488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1704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502152" y="1810512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181051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02152" y="2468880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468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Routes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02152" y="3127248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geminiService.js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02152" y="3785616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78561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Logic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1170432"/>
            <a:ext cx="26060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FEE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170432"/>
            <a:ext cx="2606040" cy="475488"/>
          </a:xfrm>
          <a:prstGeom prst="rect">
            <a:avLst/>
          </a:prstGeom>
          <a:solidFill>
            <a:srgbClr val="009E8A"/>
          </a:solidFill>
          <a:ln w="12700">
            <a:solidFill>
              <a:srgbClr val="009E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17043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</a:rPr>
              <a:t>GEMINI AI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82512" y="1810512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81051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Flash Model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82512" y="2468880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24688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82512" y="3127248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12724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Structured Output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82512" y="3785616"/>
            <a:ext cx="2276856" cy="548640"/>
          </a:xfrm>
          <a:prstGeom prst="rect">
            <a:avLst/>
          </a:prstGeom>
          <a:solidFill>
            <a:srgbClr val="F0F4FF"/>
          </a:solidFill>
          <a:ln w="9525">
            <a:solidFill>
              <a:srgbClr val="D8E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378561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Context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63240" y="2926080"/>
            <a:ext cx="274320" cy="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2926080"/>
            <a:ext cx="274320" cy="0"/>
          </a:xfrm>
          <a:prstGeom prst="line">
            <a:avLst/>
          </a:prstGeom>
          <a:noFill/>
          <a:ln w="25400">
            <a:solidFill>
              <a:srgbClr val="00C9B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709160"/>
            <a:ext cx="8503920" cy="347472"/>
          </a:xfrm>
          <a:prstGeom prst="rect">
            <a:avLst/>
          </a:prstGeom>
          <a:solidFill>
            <a:srgbClr val="FFD166">
              <a:alpha val="6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70916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A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Gemini API Key via aistudio.google.com → GEMINI_API_KEY in .env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731520"/>
            <a:ext cx="4114800" cy="4114800"/>
          </a:xfrm>
          <a:prstGeom prst="ellipse">
            <a:avLst/>
          </a:prstGeom>
          <a:solidFill>
            <a:srgbClr val="1A2F5A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5303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StudyFlow AI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for Students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5120640" cy="640080"/>
          </a:xfrm>
          <a:prstGeom prst="rect">
            <a:avLst/>
          </a:prstGeom>
          <a:solidFill>
            <a:srgbClr val="1A2F5A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54864" cy="640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40%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659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study efficiency with personalized AI scheduling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5120640" cy="640080"/>
          </a:xfrm>
          <a:prstGeom prst="rect">
            <a:avLst/>
          </a:prstGeom>
          <a:solidFill>
            <a:srgbClr val="1A2F5A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15768"/>
            <a:ext cx="54864" cy="640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15768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60%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2715768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reported burnout with proactive monitoring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65576"/>
            <a:ext cx="5120640" cy="640080"/>
          </a:xfrm>
          <a:prstGeom prst="rect">
            <a:avLst/>
          </a:prstGeom>
          <a:solidFill>
            <a:srgbClr val="1A2F5A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65576"/>
            <a:ext cx="54864" cy="640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65576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3×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91640" y="346557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exam retention using AI-generated active recall quizzes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15384"/>
            <a:ext cx="5120640" cy="640080"/>
          </a:xfrm>
          <a:prstGeom prst="rect">
            <a:avLst/>
          </a:prstGeom>
          <a:solidFill>
            <a:srgbClr val="1A2F5A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15384"/>
            <a:ext cx="54864" cy="64008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15384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24/7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21538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available — no waiting for office hours or tutors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417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AI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3957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Alert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27797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163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Gen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547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512064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6344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Built for students. Powered by Gemini. Ready to demo.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554</Words>
  <Application>Microsoft Office PowerPoint</Application>
  <PresentationFormat>On-screen Show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StudyFlow AI – Problem Statement</dc:title>
  <dc:subject>PptxGenJS Presentation</dc:subject>
  <dc:creator>PptxGenJS</dc:creator>
  <cp:lastModifiedBy>Navaneethan k</cp:lastModifiedBy>
  <cp:revision>2</cp:revision>
  <dcterms:created xsi:type="dcterms:W3CDTF">2026-05-20T22:55:40Z</dcterms:created>
  <dcterms:modified xsi:type="dcterms:W3CDTF">2026-05-20T23:01:05Z</dcterms:modified>
</cp:coreProperties>
</file>